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Sıralama Algoritmaları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Veri Yapıları - Hızlı Tekrar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Bubble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Bubble Sort konusunun tanımını, temel işlemlerini ve kullanım alanlarını öğren.</a:t>
            </a:r>
          </a:p>
          <a:p>
            <a:pPr>
              <a:defRPr sz="2200"/>
            </a:pPr>
            <a:r>
              <a:t>Çalışırken işlem adımlarını küçük bir örnek üzerinde uygula.</a:t>
            </a:r>
          </a:p>
          <a:p>
            <a:pPr>
              <a:defRPr sz="2200"/>
            </a:pPr>
            <a:r>
              <a:t>Son olarak zaman karmaşıklığını not 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Selection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Selection Sort konusunun tanımını, temel işlemlerini ve kullanım alanlarını öğren.</a:t>
            </a:r>
          </a:p>
          <a:p>
            <a:pPr>
              <a:defRPr sz="2200"/>
            </a:pPr>
            <a:r>
              <a:t>Çalışırken işlem adımlarını küçük bir örnek üzerinde uygula.</a:t>
            </a:r>
          </a:p>
          <a:p>
            <a:pPr>
              <a:defRPr sz="2200"/>
            </a:pPr>
            <a:r>
              <a:t>Son olarak zaman karmaşıklığını not 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Insertion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Insertion Sort konusunun tanımını, temel işlemlerini ve kullanım alanlarını öğren.</a:t>
            </a:r>
          </a:p>
          <a:p>
            <a:pPr>
              <a:defRPr sz="2200"/>
            </a:pPr>
            <a:r>
              <a:t>Çalışırken işlem adımlarını küçük bir örnek üzerinde uygula.</a:t>
            </a:r>
          </a:p>
          <a:p>
            <a:pPr>
              <a:defRPr sz="2200"/>
            </a:pPr>
            <a:r>
              <a:t>Son olarak zaman karmaşıklığını not 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Merge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Merge Sort konusunun tanımını, temel işlemlerini ve kullanım alanlarını öğren.</a:t>
            </a:r>
          </a:p>
          <a:p>
            <a:pPr>
              <a:defRPr sz="2200"/>
            </a:pPr>
            <a:r>
              <a:t>Çalışırken işlem adımlarını küçük bir örnek üzerinde uygula.</a:t>
            </a:r>
          </a:p>
          <a:p>
            <a:pPr>
              <a:defRPr sz="2200"/>
            </a:pPr>
            <a:r>
              <a:t>Son olarak zaman karmaşıklığını not 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Karmaşıklık Karşılaştırması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Karmaşıklık Karşılaştırması konusunun tanımını, temel işlemlerini ve kullanım alanlarını öğren.</a:t>
            </a:r>
          </a:p>
          <a:p>
            <a:pPr>
              <a:defRPr sz="2200"/>
            </a:pPr>
            <a:r>
              <a:t>Çalışırken işlem adımlarını küçük bir örnek üzerinde uygula.</a:t>
            </a:r>
          </a:p>
          <a:p>
            <a:pPr>
              <a:defRPr sz="2200"/>
            </a:pPr>
            <a:r>
              <a:t>Son olarak zaman karmaşıklığını not 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Kaynaklar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OpenDSA - https://opendsa.org/</a:t>
            </a:r>
          </a:p>
          <a:p>
            <a:r>
              <a:t>NIST DADS - https://xlinux.nist.gov/dads/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